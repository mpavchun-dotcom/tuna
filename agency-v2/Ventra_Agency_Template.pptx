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Показатель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48</c:v>
                </c:pt>
                <c:pt idx="3">
                  <c:v>72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latin typeface="Manrop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696A6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2D2C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696A65"/>
                </a:solidFill>
                <a:latin typeface="Manrope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3" name="Text / НАЗВАНИЕ ПРОЕКТА / 2026"/>
          <p:cNvSpPr txBox="1"/>
          <p:nvPr/>
        </p:nvSpPr>
        <p:spPr>
          <a:xfrm>
            <a:off x="9784080" y="777240"/>
            <a:ext cx="4206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НАЗВАНИЕ ПРОЕКТА / 2026</a:t>
            </a:r>
          </a:p>
        </p:txBody>
      </p:sp>
      <p:sp>
        <p:nvSpPr>
          <p:cNvPr id="4" name="Text / Главная&#10;мысль&#10;в трёх строках."/>
          <p:cNvSpPr txBox="1"/>
          <p:nvPr/>
        </p:nvSpPr>
        <p:spPr>
          <a:xfrm>
            <a:off x="640080" y="2148840"/>
            <a:ext cx="13350240" cy="3474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722"/>
              </a:lnSpc>
              <a:spcBef>
                <a:spcPts val="0"/>
              </a:spcBef>
              <a:spcAft>
                <a:spcPts val="0"/>
              </a:spcAft>
              <a:defRPr sz="78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Главная</a:t>
            </a:r>
          </a:p>
          <a:p>
            <a:pPr>
              <a:lnSpc>
                <a:spcPts val="7722"/>
              </a:lnSpc>
              <a:spcBef>
                <a:spcPts val="0"/>
              </a:spcBef>
              <a:spcAft>
                <a:spcPts val="0"/>
              </a:spcAft>
              <a:defRPr sz="78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мысль</a:t>
            </a:r>
          </a:p>
          <a:p>
            <a:pPr>
              <a:lnSpc>
                <a:spcPts val="7722"/>
              </a:lnSpc>
              <a:spcBef>
                <a:spcPts val="0"/>
              </a:spcBef>
              <a:spcAft>
                <a:spcPts val="0"/>
              </a:spcAft>
              <a:defRPr sz="78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в трёх строках.</a:t>
            </a:r>
          </a:p>
        </p:txBody>
      </p:sp>
      <p:sp>
        <p:nvSpPr>
          <p:cNvPr id="5" name="Colour field / FF6600"/>
          <p:cNvSpPr/>
          <p:nvPr/>
        </p:nvSpPr>
        <p:spPr>
          <a:xfrm>
            <a:off x="640080" y="6766560"/>
            <a:ext cx="5029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 / Подзаголовок / клиент / дата"/>
          <p:cNvSpPr txBox="1"/>
          <p:nvPr/>
        </p:nvSpPr>
        <p:spPr>
          <a:xfrm>
            <a:off x="1463040" y="6601968"/>
            <a:ext cx="109728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anrope"/>
              </a:defRPr>
            </a:pPr>
            <a:r>
              <a:t>Подзаголовок / клиент / дата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НАЗВАНИЕ РАЗДЕЛ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НАЗВАНИЕ РАЗДЕЛА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2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6" name="Text / Один тезис.&#10;Максимум&#10;выразительности."/>
          <p:cNvSpPr txBox="1"/>
          <p:nvPr/>
        </p:nvSpPr>
        <p:spPr>
          <a:xfrm>
            <a:off x="640080" y="2011680"/>
            <a:ext cx="13350240" cy="3474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Один тезис.</a:t>
            </a:r>
          </a:p>
          <a:p>
            <a:pPr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Максимум</a:t>
            </a:r>
          </a:p>
          <a:p>
            <a:pPr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выразительности.</a:t>
            </a:r>
          </a:p>
        </p:txBody>
      </p:sp>
      <p:sp>
        <p:nvSpPr>
          <p:cNvPr id="7" name="Text / 01 / РАЗДЕЛ"/>
          <p:cNvSpPr txBox="1"/>
          <p:nvPr/>
        </p:nvSpPr>
        <p:spPr>
          <a:xfrm>
            <a:off x="640080" y="704088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rPr spc="70"/>
              <a:t>01 / РАЗДЕЛ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ОЗИЦИОНИРОВАНИ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ПОЗИЦИОНИРОВАНИЕ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6" name="Text / Главная мысль,&#10;которую должны&#10;запомнить."/>
          <p:cNvSpPr txBox="1"/>
          <p:nvPr/>
        </p:nvSpPr>
        <p:spPr>
          <a:xfrm>
            <a:off x="640080" y="1828800"/>
            <a:ext cx="1335024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534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Главная мысль,</a:t>
            </a:r>
          </a:p>
          <a:p>
            <a:pPr>
              <a:lnSpc>
                <a:spcPts val="6534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которую должны</a:t>
            </a:r>
          </a:p>
          <a:p>
            <a:pPr>
              <a:lnSpc>
                <a:spcPts val="6534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запомнить.</a:t>
            </a:r>
          </a:p>
        </p:txBody>
      </p:sp>
      <p:sp>
        <p:nvSpPr>
          <p:cNvPr id="7" name="Colour field / FF6600"/>
          <p:cNvSpPr/>
          <p:nvPr/>
        </p:nvSpPr>
        <p:spPr>
          <a:xfrm>
            <a:off x="640080" y="5989320"/>
            <a:ext cx="73152" cy="10972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Короткое пояснение. Не больше двух строк: кон"/>
          <p:cNvSpPr txBox="1"/>
          <p:nvPr/>
        </p:nvSpPr>
        <p:spPr>
          <a:xfrm>
            <a:off x="960120" y="5989320"/>
            <a:ext cx="124358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0"/>
                </a:solidFill>
                <a:latin typeface="Manrope"/>
              </a:defRPr>
            </a:pPr>
            <a:r>
              <a:t>Короткое пояснение. Не больше двух строк: контекст,</a:t>
            </a:r>
          </a:p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0"/>
                </a:solidFill>
                <a:latin typeface="Manrope"/>
              </a:defRPr>
            </a:pPr>
            <a:r>
              <a:t>польза и значение для клиента.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ТЕКСТ И ФОТО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ТЕКСТ И ФОТО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6" name="Text / Выразительный&#10;заголовок."/>
          <p:cNvSpPr txBox="1"/>
          <p:nvPr/>
        </p:nvSpPr>
        <p:spPr>
          <a:xfrm>
            <a:off x="640080" y="1691640"/>
            <a:ext cx="77724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Выразительный</a:t>
            </a:r>
          </a:p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заголовок.</a:t>
            </a:r>
          </a:p>
        </p:txBody>
      </p:sp>
      <p:sp>
        <p:nvSpPr>
          <p:cNvPr id="7" name="Text / Один аргумент"/>
          <p:cNvSpPr txBox="1"/>
          <p:nvPr/>
        </p:nvSpPr>
        <p:spPr>
          <a:xfrm>
            <a:off x="640080" y="4114800"/>
            <a:ext cx="7132320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4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11110"/>
                </a:solidFill>
                <a:latin typeface="Manrope"/>
              </a:defRPr>
            </a:pPr>
            <a:r>
              <a:t>Один аргумент</a:t>
            </a:r>
          </a:p>
        </p:txBody>
      </p:sp>
      <p:sp>
        <p:nvSpPr>
          <p:cNvPr id="8" name="Text / Второй аргумент"/>
          <p:cNvSpPr txBox="1"/>
          <p:nvPr/>
        </p:nvSpPr>
        <p:spPr>
          <a:xfrm>
            <a:off x="640080" y="4800600"/>
            <a:ext cx="7132320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4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11110"/>
                </a:solidFill>
                <a:latin typeface="Manrope"/>
              </a:defRPr>
            </a:pPr>
            <a:r>
              <a:t>Второй аргумент</a:t>
            </a:r>
          </a:p>
        </p:txBody>
      </p:sp>
      <p:sp>
        <p:nvSpPr>
          <p:cNvPr id="9" name="Text / Третий аргумент"/>
          <p:cNvSpPr txBox="1"/>
          <p:nvPr/>
        </p:nvSpPr>
        <p:spPr>
          <a:xfrm>
            <a:off x="640080" y="5486400"/>
            <a:ext cx="7132320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4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11110"/>
                </a:solidFill>
                <a:latin typeface="Manrope"/>
              </a:defRPr>
            </a:pPr>
            <a:r>
              <a:t>Третий аргумент</a:t>
            </a:r>
          </a:p>
        </p:txBody>
      </p:sp>
      <p:sp>
        <p:nvSpPr>
          <p:cNvPr id="10" name="Colour field / E2E2DA"/>
          <p:cNvSpPr/>
          <p:nvPr/>
        </p:nvSpPr>
        <p:spPr>
          <a:xfrm>
            <a:off x="8686800" y="1737360"/>
            <a:ext cx="5303520" cy="5623560"/>
          </a:xfrm>
          <a:prstGeom prst="rect">
            <a:avLst/>
          </a:prstGeom>
          <a:solidFill>
            <a:srgbClr val="E2E2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/ ЗАМЕНИТЕ НА ФОТО"/>
          <p:cNvSpPr txBox="1"/>
          <p:nvPr/>
        </p:nvSpPr>
        <p:spPr>
          <a:xfrm>
            <a:off x="9052560" y="4343400"/>
            <a:ext cx="4480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ЗАМЕНИТЕ НА ФОТО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ГЛАВНАЯ ЦИФР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ГЛАВНАЯ ЦИФРА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6" name="Text / 000"/>
          <p:cNvSpPr txBox="1"/>
          <p:nvPr/>
        </p:nvSpPr>
        <p:spPr>
          <a:xfrm>
            <a:off x="457200" y="1737360"/>
            <a:ext cx="7863840" cy="3108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50"/>
              </a:lnSpc>
              <a:spcBef>
                <a:spcPts val="0"/>
              </a:spcBef>
              <a:spcAft>
                <a:spcPts val="0"/>
              </a:spcAft>
              <a:defRPr sz="21000" b="1">
                <a:solidFill>
                  <a:srgbClr val="FFFFFF"/>
                </a:solidFill>
                <a:latin typeface="Manrope"/>
              </a:defRPr>
            </a:pPr>
            <a:r>
              <a:rPr spc="-650"/>
              <a:t>000</a:t>
            </a:r>
          </a:p>
        </p:txBody>
      </p:sp>
      <p:sp>
        <p:nvSpPr>
          <p:cNvPr id="7" name="Text / смысл показателя"/>
          <p:cNvSpPr txBox="1"/>
          <p:nvPr/>
        </p:nvSpPr>
        <p:spPr>
          <a:xfrm>
            <a:off x="731520" y="5303520"/>
            <a:ext cx="7498079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Manrope"/>
              </a:defRPr>
            </a:pPr>
            <a:r>
              <a:t>смысл показателя</a:t>
            </a:r>
          </a:p>
        </p:txBody>
      </p:sp>
      <p:sp>
        <p:nvSpPr>
          <p:cNvPr id="8" name="Colour field / 44443F"/>
          <p:cNvSpPr/>
          <p:nvPr/>
        </p:nvSpPr>
        <p:spPr>
          <a:xfrm>
            <a:off x="8869680" y="1828800"/>
            <a:ext cx="51206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00+"/>
          <p:cNvSpPr txBox="1"/>
          <p:nvPr/>
        </p:nvSpPr>
        <p:spPr>
          <a:xfrm>
            <a:off x="8869680" y="2103120"/>
            <a:ext cx="51206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488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6600"/>
                </a:solidFill>
                <a:latin typeface="Manrope"/>
              </a:defRPr>
            </a:pPr>
            <a:r>
              <a:t>00+</a:t>
            </a:r>
          </a:p>
        </p:txBody>
      </p:sp>
      <p:sp>
        <p:nvSpPr>
          <p:cNvPr id="10" name="Text / Короткая подпись показателя"/>
          <p:cNvSpPr txBox="1"/>
          <p:nvPr/>
        </p:nvSpPr>
        <p:spPr>
          <a:xfrm>
            <a:off x="8869680" y="2944368"/>
            <a:ext cx="51206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Manrope"/>
              </a:defRPr>
            </a:pPr>
            <a:r>
              <a:t>Короткая подпись показателя</a:t>
            </a:r>
          </a:p>
        </p:txBody>
      </p:sp>
      <p:sp>
        <p:nvSpPr>
          <p:cNvPr id="11" name="Colour field / 44443F"/>
          <p:cNvSpPr/>
          <p:nvPr/>
        </p:nvSpPr>
        <p:spPr>
          <a:xfrm>
            <a:off x="8869680" y="3474720"/>
            <a:ext cx="51206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/ 00+"/>
          <p:cNvSpPr txBox="1"/>
          <p:nvPr/>
        </p:nvSpPr>
        <p:spPr>
          <a:xfrm>
            <a:off x="8869680" y="3749039"/>
            <a:ext cx="51206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488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6600"/>
                </a:solidFill>
                <a:latin typeface="Manrope"/>
              </a:defRPr>
            </a:pPr>
            <a:r>
              <a:t>00+</a:t>
            </a:r>
          </a:p>
        </p:txBody>
      </p:sp>
      <p:sp>
        <p:nvSpPr>
          <p:cNvPr id="13" name="Text / Короткая подпись показателя"/>
          <p:cNvSpPr txBox="1"/>
          <p:nvPr/>
        </p:nvSpPr>
        <p:spPr>
          <a:xfrm>
            <a:off x="8869680" y="4590288"/>
            <a:ext cx="51206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Manrope"/>
              </a:defRPr>
            </a:pPr>
            <a:r>
              <a:t>Короткая подпись показателя</a:t>
            </a:r>
          </a:p>
        </p:txBody>
      </p:sp>
      <p:sp>
        <p:nvSpPr>
          <p:cNvPr id="14" name="Colour field / 44443F"/>
          <p:cNvSpPr/>
          <p:nvPr/>
        </p:nvSpPr>
        <p:spPr>
          <a:xfrm>
            <a:off x="8869680" y="5120640"/>
            <a:ext cx="51206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/ 00+"/>
          <p:cNvSpPr txBox="1"/>
          <p:nvPr/>
        </p:nvSpPr>
        <p:spPr>
          <a:xfrm>
            <a:off x="8869680" y="5394959"/>
            <a:ext cx="51206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488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6600"/>
                </a:solidFill>
                <a:latin typeface="Manrope"/>
              </a:defRPr>
            </a:pPr>
            <a:r>
              <a:t>00+</a:t>
            </a:r>
          </a:p>
        </p:txBody>
      </p:sp>
      <p:sp>
        <p:nvSpPr>
          <p:cNvPr id="16" name="Text / Короткая подпись показателя"/>
          <p:cNvSpPr txBox="1"/>
          <p:nvPr/>
        </p:nvSpPr>
        <p:spPr>
          <a:xfrm>
            <a:off x="8869680" y="6236207"/>
            <a:ext cx="51206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Manrope"/>
              </a:defRPr>
            </a:pPr>
            <a:r>
              <a:t>Короткая подпись показателя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ОКАЗАТЕЛИ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ПОКАЗАТЕЛИ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06</a:t>
            </a:r>
          </a:p>
        </p:txBody>
      </p:sp>
      <p:sp>
        <p:nvSpPr>
          <p:cNvPr id="6" name="Text / Цифры говорят&#10;сами за себя."/>
          <p:cNvSpPr txBox="1"/>
          <p:nvPr/>
        </p:nvSpPr>
        <p:spPr>
          <a:xfrm>
            <a:off x="640080" y="1691640"/>
            <a:ext cx="1335024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346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Цифры говорят</a:t>
            </a:r>
          </a:p>
          <a:p>
            <a:pPr>
              <a:lnSpc>
                <a:spcPts val="5346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сами за себя.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70332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000+"/>
          <p:cNvSpPr txBox="1"/>
          <p:nvPr/>
        </p:nvSpPr>
        <p:spPr>
          <a:xfrm>
            <a:off x="640080" y="4206240"/>
            <a:ext cx="420624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5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111110"/>
                </a:solidFill>
                <a:latin typeface="Manrope"/>
              </a:defRPr>
            </a:pPr>
            <a:r>
              <a:rPr spc="-120"/>
              <a:t>000+</a:t>
            </a:r>
          </a:p>
        </p:txBody>
      </p:sp>
      <p:sp>
        <p:nvSpPr>
          <p:cNvPr id="9" name="Text / Подпись показателя&#10;в две строки"/>
          <p:cNvSpPr txBox="1"/>
          <p:nvPr/>
        </p:nvSpPr>
        <p:spPr>
          <a:xfrm>
            <a:off x="640080" y="5760720"/>
            <a:ext cx="42062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Подпись показателя</a:t>
            </a:r>
          </a:p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в две строки</a:t>
            </a:r>
          </a:p>
        </p:txBody>
      </p:sp>
      <p:sp>
        <p:nvSpPr>
          <p:cNvPr id="10" name="Colour field / D2D2CB"/>
          <p:cNvSpPr/>
          <p:nvPr/>
        </p:nvSpPr>
        <p:spPr>
          <a:xfrm>
            <a:off x="5212080" y="370332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/ 000+"/>
          <p:cNvSpPr txBox="1"/>
          <p:nvPr/>
        </p:nvSpPr>
        <p:spPr>
          <a:xfrm>
            <a:off x="5212080" y="4206240"/>
            <a:ext cx="420624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5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111110"/>
                </a:solidFill>
                <a:latin typeface="Manrope"/>
              </a:defRPr>
            </a:pPr>
            <a:r>
              <a:rPr spc="-120"/>
              <a:t>000+</a:t>
            </a:r>
          </a:p>
        </p:txBody>
      </p:sp>
      <p:sp>
        <p:nvSpPr>
          <p:cNvPr id="12" name="Text / Подпись показателя&#10;в две строки"/>
          <p:cNvSpPr txBox="1"/>
          <p:nvPr/>
        </p:nvSpPr>
        <p:spPr>
          <a:xfrm>
            <a:off x="5212080" y="5760720"/>
            <a:ext cx="42062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Подпись показателя</a:t>
            </a:r>
          </a:p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в две строки</a:t>
            </a:r>
          </a:p>
        </p:txBody>
      </p:sp>
      <p:sp>
        <p:nvSpPr>
          <p:cNvPr id="13" name="Colour field / D2D2CB"/>
          <p:cNvSpPr/>
          <p:nvPr/>
        </p:nvSpPr>
        <p:spPr>
          <a:xfrm>
            <a:off x="9784080" y="370332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000+"/>
          <p:cNvSpPr txBox="1"/>
          <p:nvPr/>
        </p:nvSpPr>
        <p:spPr>
          <a:xfrm>
            <a:off x="9784080" y="4206240"/>
            <a:ext cx="420624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5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111110"/>
                </a:solidFill>
                <a:latin typeface="Manrope"/>
              </a:defRPr>
            </a:pPr>
            <a:r>
              <a:rPr spc="-120"/>
              <a:t>000+</a:t>
            </a:r>
          </a:p>
        </p:txBody>
      </p:sp>
      <p:sp>
        <p:nvSpPr>
          <p:cNvPr id="15" name="Text / Подпись показателя&#10;в две строки"/>
          <p:cNvSpPr txBox="1"/>
          <p:nvPr/>
        </p:nvSpPr>
        <p:spPr>
          <a:xfrm>
            <a:off x="9784080" y="5760720"/>
            <a:ext cx="42062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Подпись показателя</a:t>
            </a:r>
          </a:p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в две строки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КЕЙС КЛИЕНТ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КЕЙС КЛИЕНТА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07</a:t>
            </a:r>
          </a:p>
        </p:txBody>
      </p:sp>
      <p:sp>
        <p:nvSpPr>
          <p:cNvPr id="6" name="Text / Результат, который&#10;имеет значение."/>
          <p:cNvSpPr txBox="1"/>
          <p:nvPr/>
        </p:nvSpPr>
        <p:spPr>
          <a:xfrm>
            <a:off x="640080" y="1691640"/>
            <a:ext cx="1335024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Результат, который</a:t>
            </a:r>
          </a:p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имеет значение.</a:t>
            </a:r>
          </a:p>
        </p:txBody>
      </p:sp>
      <p:sp>
        <p:nvSpPr>
          <p:cNvPr id="7" name="Colour field / E2E2DA"/>
          <p:cNvSpPr/>
          <p:nvPr/>
        </p:nvSpPr>
        <p:spPr>
          <a:xfrm>
            <a:off x="640080" y="3749039"/>
            <a:ext cx="5669280" cy="3566160"/>
          </a:xfrm>
          <a:prstGeom prst="rect">
            <a:avLst/>
          </a:prstGeom>
          <a:solidFill>
            <a:srgbClr val="E2E2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ФОТО / ПРОДУКТ / КЛИЕНТ"/>
          <p:cNvSpPr txBox="1"/>
          <p:nvPr/>
        </p:nvSpPr>
        <p:spPr>
          <a:xfrm>
            <a:off x="1005840" y="5394960"/>
            <a:ext cx="49377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96A65"/>
                </a:solidFill>
                <a:latin typeface="Manrope"/>
              </a:defRPr>
            </a:pPr>
            <a:r>
              <a:t>ФОТО / ПРОДУКТ / КЛИЕНТ</a:t>
            </a:r>
          </a:p>
        </p:txBody>
      </p:sp>
      <p:sp>
        <p:nvSpPr>
          <p:cNvPr id="9" name="Colour field / D2D2CB"/>
          <p:cNvSpPr/>
          <p:nvPr/>
        </p:nvSpPr>
        <p:spPr>
          <a:xfrm>
            <a:off x="6949440" y="3767328"/>
            <a:ext cx="70408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Задача"/>
          <p:cNvSpPr txBox="1"/>
          <p:nvPr/>
        </p:nvSpPr>
        <p:spPr>
          <a:xfrm>
            <a:off x="6949440" y="3922776"/>
            <a:ext cx="7040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Задача</a:t>
            </a:r>
          </a:p>
        </p:txBody>
      </p:sp>
      <p:sp>
        <p:nvSpPr>
          <p:cNvPr id="11" name="Text / Контекст и проблема клиента."/>
          <p:cNvSpPr txBox="1"/>
          <p:nvPr/>
        </p:nvSpPr>
        <p:spPr>
          <a:xfrm>
            <a:off x="6949440" y="4535424"/>
            <a:ext cx="70408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Контекст и проблема клиента.</a:t>
            </a:r>
          </a:p>
        </p:txBody>
      </p:sp>
      <p:sp>
        <p:nvSpPr>
          <p:cNvPr id="12" name="Colour field / D2D2CB"/>
          <p:cNvSpPr/>
          <p:nvPr/>
        </p:nvSpPr>
        <p:spPr>
          <a:xfrm>
            <a:off x="6949440" y="4983480"/>
            <a:ext cx="70408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Решение"/>
          <p:cNvSpPr txBox="1"/>
          <p:nvPr/>
        </p:nvSpPr>
        <p:spPr>
          <a:xfrm>
            <a:off x="6949440" y="5138928"/>
            <a:ext cx="7040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Решение</a:t>
            </a:r>
          </a:p>
        </p:txBody>
      </p:sp>
      <p:sp>
        <p:nvSpPr>
          <p:cNvPr id="14" name="Text / Что сделала команда Ventra."/>
          <p:cNvSpPr txBox="1"/>
          <p:nvPr/>
        </p:nvSpPr>
        <p:spPr>
          <a:xfrm>
            <a:off x="6949440" y="5751576"/>
            <a:ext cx="70408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Что сделала команда Ventra.</a:t>
            </a:r>
          </a:p>
        </p:txBody>
      </p:sp>
      <p:sp>
        <p:nvSpPr>
          <p:cNvPr id="15" name="Colour field / D2D2CB"/>
          <p:cNvSpPr/>
          <p:nvPr/>
        </p:nvSpPr>
        <p:spPr>
          <a:xfrm>
            <a:off x="6949440" y="6199632"/>
            <a:ext cx="70408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/ Результат"/>
          <p:cNvSpPr txBox="1"/>
          <p:nvPr/>
        </p:nvSpPr>
        <p:spPr>
          <a:xfrm>
            <a:off x="6949440" y="6355080"/>
            <a:ext cx="70408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Результат</a:t>
            </a:r>
          </a:p>
        </p:txBody>
      </p:sp>
      <p:sp>
        <p:nvSpPr>
          <p:cNvPr id="17" name="Text / Подтверждённый эффект и цифры."/>
          <p:cNvSpPr txBox="1"/>
          <p:nvPr/>
        </p:nvSpPr>
        <p:spPr>
          <a:xfrm>
            <a:off x="6949440" y="6967728"/>
            <a:ext cx="70408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Подтверждённый эффект и цифры.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ДАННЫЕ И ДИНАМИК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ДАННЫЕ И ДИНАМИКА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08</a:t>
            </a:r>
          </a:p>
        </p:txBody>
      </p:sp>
      <p:sp>
        <p:nvSpPr>
          <p:cNvPr id="6" name="Text / Вывод важнее графика."/>
          <p:cNvSpPr txBox="1"/>
          <p:nvPr/>
        </p:nvSpPr>
        <p:spPr>
          <a:xfrm>
            <a:off x="640080" y="1691640"/>
            <a:ext cx="1335024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51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Вывод важнее графика.</a:t>
            </a:r>
          </a:p>
        </p:txBody>
      </p:sp>
      <p:sp>
        <p:nvSpPr>
          <p:cNvPr id="7" name="Text / Сформулируйте&#10;изменение и его&#10;значение."/>
          <p:cNvSpPr txBox="1"/>
          <p:nvPr/>
        </p:nvSpPr>
        <p:spPr>
          <a:xfrm>
            <a:off x="640080" y="3337560"/>
            <a:ext cx="448056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0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0"/>
                </a:solidFill>
                <a:latin typeface="Manrope"/>
              </a:defRPr>
            </a:pPr>
            <a:r>
              <a:t>Сформулируйте</a:t>
            </a:r>
          </a:p>
          <a:p>
            <a:pPr>
              <a:lnSpc>
                <a:spcPts val="380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0"/>
                </a:solidFill>
                <a:latin typeface="Manrope"/>
              </a:defRPr>
            </a:pPr>
            <a:r>
              <a:t>изменение и его</a:t>
            </a:r>
          </a:p>
          <a:p>
            <a:pPr>
              <a:lnSpc>
                <a:spcPts val="380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0"/>
                </a:solidFill>
                <a:latin typeface="Manrope"/>
              </a:defRPr>
            </a:pPr>
            <a:r>
              <a:t>значение.</a:t>
            </a:r>
          </a:p>
        </p:txBody>
      </p:sp>
      <p:sp>
        <p:nvSpPr>
          <p:cNvPr id="8" name="Text / В диаграмме —&#10;демонстрационные данные.&#10;Замени"/>
          <p:cNvSpPr txBox="1"/>
          <p:nvPr/>
        </p:nvSpPr>
        <p:spPr>
          <a:xfrm>
            <a:off x="640080" y="5943600"/>
            <a:ext cx="44805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В диаграмме —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демонстрационные данные.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Замените их актуальными.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0" y="3063240"/>
          <a:ext cx="850392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CC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ЛАТФОРМА / ГЛАВНАЯ ЦИФР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ПЛАТФОРМА / ГЛАВНАЯ ЦИФРА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9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09</a:t>
            </a:r>
          </a:p>
        </p:txBody>
      </p:sp>
      <p:sp>
        <p:nvSpPr>
          <p:cNvPr id="6" name="Text / Масштаб, который впечатляет."/>
          <p:cNvSpPr txBox="1"/>
          <p:nvPr/>
        </p:nvSpPr>
        <p:spPr>
          <a:xfrm>
            <a:off x="640080" y="169164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Масштаб, который впечатляет.</a:t>
            </a:r>
          </a:p>
        </p:txBody>
      </p:sp>
      <p:sp>
        <p:nvSpPr>
          <p:cNvPr id="7" name="Text / 0 000 000"/>
          <p:cNvSpPr txBox="1"/>
          <p:nvPr/>
        </p:nvSpPr>
        <p:spPr>
          <a:xfrm>
            <a:off x="548640" y="2926080"/>
            <a:ext cx="135331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4"/>
              </a:lnSpc>
              <a:spcBef>
                <a:spcPts val="0"/>
              </a:spcBef>
              <a:spcAft>
                <a:spcPts val="0"/>
              </a:spcAft>
              <a:defRPr sz="13900" b="1">
                <a:solidFill>
                  <a:srgbClr val="111110"/>
                </a:solidFill>
                <a:latin typeface="Manrope"/>
              </a:defRPr>
            </a:pPr>
            <a:r>
              <a:rPr spc="-500"/>
              <a:t>0 000 000</a:t>
            </a:r>
          </a:p>
        </p:txBody>
      </p:sp>
      <p:sp>
        <p:nvSpPr>
          <p:cNvPr id="8" name="Text / Что означает эта цифра для клиента"/>
          <p:cNvSpPr txBox="1"/>
          <p:nvPr/>
        </p:nvSpPr>
        <p:spPr>
          <a:xfrm>
            <a:off x="640080" y="5029200"/>
            <a:ext cx="1335024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11110"/>
                </a:solidFill>
                <a:latin typeface="Manrope"/>
              </a:defRPr>
            </a:pPr>
            <a:r>
              <a:t>Что означает эта цифра для клиента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ЛАН ДЕЙСТВИЙ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ПЛАН ДЕЙСТВИЙ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10</a:t>
            </a:r>
          </a:p>
        </p:txBody>
      </p:sp>
      <p:sp>
        <p:nvSpPr>
          <p:cNvPr id="6" name="Text / Что будет дальше."/>
          <p:cNvSpPr txBox="1"/>
          <p:nvPr/>
        </p:nvSpPr>
        <p:spPr>
          <a:xfrm>
            <a:off x="640080" y="1691640"/>
            <a:ext cx="133502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Что будет дальше.</a:t>
            </a:r>
          </a:p>
        </p:txBody>
      </p:sp>
      <p:sp>
        <p:nvSpPr>
          <p:cNvPr id="7" name="Text / 01"/>
          <p:cNvSpPr txBox="1"/>
          <p:nvPr/>
        </p:nvSpPr>
        <p:spPr>
          <a:xfrm>
            <a:off x="640080" y="3566160"/>
            <a:ext cx="30175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48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6600"/>
                </a:solidFill>
                <a:latin typeface="Manrope"/>
              </a:defRPr>
            </a:pPr>
            <a:r>
              <a:t>01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40080" y="4617720"/>
            <a:ext cx="3017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Название&#10;этапа"/>
          <p:cNvSpPr txBox="1"/>
          <p:nvPr/>
        </p:nvSpPr>
        <p:spPr>
          <a:xfrm>
            <a:off x="640080" y="4983480"/>
            <a:ext cx="3017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Название</a:t>
            </a:r>
          </a:p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этапа</a:t>
            </a:r>
          </a:p>
        </p:txBody>
      </p:sp>
      <p:sp>
        <p:nvSpPr>
          <p:cNvPr id="10" name="Text / Действия и&#10;ожидаемый результат."/>
          <p:cNvSpPr txBox="1"/>
          <p:nvPr/>
        </p:nvSpPr>
        <p:spPr>
          <a:xfrm>
            <a:off x="640080" y="6400800"/>
            <a:ext cx="30175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Действия и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ожидаемый результат.</a:t>
            </a:r>
          </a:p>
        </p:txBody>
      </p:sp>
      <p:sp>
        <p:nvSpPr>
          <p:cNvPr id="11" name="Text / 02"/>
          <p:cNvSpPr txBox="1"/>
          <p:nvPr/>
        </p:nvSpPr>
        <p:spPr>
          <a:xfrm>
            <a:off x="4069080" y="3566160"/>
            <a:ext cx="30175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48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660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12" name="Colour field / D2D2CB"/>
          <p:cNvSpPr/>
          <p:nvPr/>
        </p:nvSpPr>
        <p:spPr>
          <a:xfrm>
            <a:off x="4069080" y="4617720"/>
            <a:ext cx="3017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Название&#10;этапа"/>
          <p:cNvSpPr txBox="1"/>
          <p:nvPr/>
        </p:nvSpPr>
        <p:spPr>
          <a:xfrm>
            <a:off x="4069080" y="4983480"/>
            <a:ext cx="3017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Название</a:t>
            </a:r>
          </a:p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этапа</a:t>
            </a:r>
          </a:p>
        </p:txBody>
      </p:sp>
      <p:sp>
        <p:nvSpPr>
          <p:cNvPr id="14" name="Text / Действия и&#10;ожидаемый результат."/>
          <p:cNvSpPr txBox="1"/>
          <p:nvPr/>
        </p:nvSpPr>
        <p:spPr>
          <a:xfrm>
            <a:off x="4069080" y="6400800"/>
            <a:ext cx="30175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Действия и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ожидаемый результат.</a:t>
            </a:r>
          </a:p>
        </p:txBody>
      </p:sp>
      <p:sp>
        <p:nvSpPr>
          <p:cNvPr id="15" name="Text / 03"/>
          <p:cNvSpPr txBox="1"/>
          <p:nvPr/>
        </p:nvSpPr>
        <p:spPr>
          <a:xfrm>
            <a:off x="7498079" y="3566160"/>
            <a:ext cx="30175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48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660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16" name="Colour field / D2D2CB"/>
          <p:cNvSpPr/>
          <p:nvPr/>
        </p:nvSpPr>
        <p:spPr>
          <a:xfrm>
            <a:off x="7498079" y="4617720"/>
            <a:ext cx="3017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Название&#10;этапа"/>
          <p:cNvSpPr txBox="1"/>
          <p:nvPr/>
        </p:nvSpPr>
        <p:spPr>
          <a:xfrm>
            <a:off x="7498079" y="4983480"/>
            <a:ext cx="3017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Название</a:t>
            </a:r>
          </a:p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этапа</a:t>
            </a:r>
          </a:p>
        </p:txBody>
      </p:sp>
      <p:sp>
        <p:nvSpPr>
          <p:cNvPr id="18" name="Text / Действия и&#10;ожидаемый результат."/>
          <p:cNvSpPr txBox="1"/>
          <p:nvPr/>
        </p:nvSpPr>
        <p:spPr>
          <a:xfrm>
            <a:off x="7498079" y="6400800"/>
            <a:ext cx="30175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Действия и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ожидаемый результат.</a:t>
            </a:r>
          </a:p>
        </p:txBody>
      </p:sp>
      <p:sp>
        <p:nvSpPr>
          <p:cNvPr id="19" name="Text / 04"/>
          <p:cNvSpPr txBox="1"/>
          <p:nvPr/>
        </p:nvSpPr>
        <p:spPr>
          <a:xfrm>
            <a:off x="10927080" y="3566160"/>
            <a:ext cx="30175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48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660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20" name="Colour field / D2D2CB"/>
          <p:cNvSpPr/>
          <p:nvPr/>
        </p:nvSpPr>
        <p:spPr>
          <a:xfrm>
            <a:off x="10927080" y="4617720"/>
            <a:ext cx="3017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 / Название&#10;этапа"/>
          <p:cNvSpPr txBox="1"/>
          <p:nvPr/>
        </p:nvSpPr>
        <p:spPr>
          <a:xfrm>
            <a:off x="10927080" y="4983480"/>
            <a:ext cx="3017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Название</a:t>
            </a:r>
          </a:p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11110"/>
                </a:solidFill>
                <a:latin typeface="Manrope"/>
              </a:defRPr>
            </a:pPr>
            <a:r>
              <a:t>этапа</a:t>
            </a:r>
          </a:p>
        </p:txBody>
      </p:sp>
      <p:sp>
        <p:nvSpPr>
          <p:cNvPr id="22" name="Text / Действия и&#10;ожидаемый результат."/>
          <p:cNvSpPr txBox="1"/>
          <p:nvPr/>
        </p:nvSpPr>
        <p:spPr>
          <a:xfrm>
            <a:off x="10927080" y="6400800"/>
            <a:ext cx="30175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Действия и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ожидаемый результат.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3" name="Text / Обсудим&#10;ваш следующий&#10;шаг."/>
          <p:cNvSpPr txBox="1"/>
          <p:nvPr/>
        </p:nvSpPr>
        <p:spPr>
          <a:xfrm>
            <a:off x="640080" y="2057400"/>
            <a:ext cx="13350240" cy="3383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Обсудим</a:t>
            </a:r>
          </a:p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ваш следующий</a:t>
            </a:r>
          </a:p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FFFFFF"/>
                </a:solidFill>
                <a:latin typeface="Manrope"/>
              </a:defRPr>
            </a:pPr>
            <a:r>
              <a:rPr spc="-70"/>
              <a:t>шаг.</a:t>
            </a:r>
          </a:p>
        </p:txBody>
      </p:sp>
      <p:sp>
        <p:nvSpPr>
          <p:cNvPr id="4" name="Colour field / 44443F"/>
          <p:cNvSpPr/>
          <p:nvPr/>
        </p:nvSpPr>
        <p:spPr>
          <a:xfrm>
            <a:off x="640080" y="6400800"/>
            <a:ext cx="133502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 / Имя / должность"/>
          <p:cNvSpPr txBox="1"/>
          <p:nvPr/>
        </p:nvSpPr>
        <p:spPr>
          <a:xfrm>
            <a:off x="640080" y="6858000"/>
            <a:ext cx="5943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Manrope"/>
              </a:defRPr>
            </a:pPr>
            <a:r>
              <a:t>Имя / должность</a:t>
            </a:r>
          </a:p>
        </p:txBody>
      </p:sp>
      <p:sp>
        <p:nvSpPr>
          <p:cNvPr id="6" name="Text / Email / телефон"/>
          <p:cNvSpPr txBox="1"/>
          <p:nvPr/>
        </p:nvSpPr>
        <p:spPr>
          <a:xfrm>
            <a:off x="7498079" y="6903720"/>
            <a:ext cx="6492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FFFFF"/>
                </a:solidFill>
                <a:latin typeface="Manrope"/>
              </a:defRPr>
            </a:pPr>
            <a:r>
              <a:t>Email / телефон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0"/>
      </a:dk1>
      <a:lt1>
        <a:srgbClr val="F4F3EF"/>
      </a:lt1>
      <a:dk2>
        <a:srgbClr val="1F497D"/>
      </a:dk2>
      <a:lt2>
        <a:srgbClr val="EEECE1"/>
      </a:lt2>
      <a:accent1>
        <a:srgbClr val="FF6600"/>
      </a:accent1>
      <a:accent2>
        <a:srgbClr val="66CC00"/>
      </a:accent2>
      <a:accent3>
        <a:srgbClr val="FFCC00"/>
      </a:accent3>
      <a:accent4>
        <a:srgbClr val="FF3333"/>
      </a:accent4>
      <a:accent5>
        <a:srgbClr val="696A65"/>
      </a:accent5>
      <a:accent6>
        <a:srgbClr val="D2D2CB"/>
      </a:accent6>
      <a:hlink>
        <a:srgbClr val="0000FF"/>
      </a:hlink>
      <a:folHlink>
        <a:srgbClr val="80008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Ventra — Бизнес двигают люди</dc:title>
  <dc:subject>Концепция обновления презентационной системы</dc:subject>
  <dc:creator>Ventra / Design concept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